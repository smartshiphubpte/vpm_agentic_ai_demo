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Agent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8412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E8F4F8"/>
                </a:solidFill>
              </a:defRPr>
            </a:pPr>
            <a:r>
              <a:t>Excel drop → voyage → waypoints → weather → map &amp; report</a:t>
            </a:r>
          </a:p>
        </p:txBody>
      </p:sp>
      <p:sp>
        <p:nvSpPr>
          <p:cNvPr id="5" name="Document 4"/>
          <p:cNvSpPr/>
          <p:nvPr/>
        </p:nvSpPr>
        <p:spPr>
          <a:xfrm>
            <a:off x="320040" y="1051560"/>
            <a:ext cx="960120" cy="658368"/>
          </a:xfrm>
          <a:prstGeom prst="flowChartDocument">
            <a:avLst/>
          </a:prstGeom>
          <a:solidFill>
            <a:srgbClr val="1E8E3E"/>
          </a:solidFill>
          <a:ln w="190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24712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99032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pre_voyage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325880" y="1261872"/>
            <a:ext cx="36576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987552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007A8C"/>
                </a:solidFill>
              </a:defRPr>
            </a:pPr>
            <a:r>
              <a:t>file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1097280"/>
            <a:ext cx="1417320" cy="868680"/>
          </a:xfrm>
          <a:prstGeom prst="roundRect">
            <a:avLst/>
          </a:prstGeom>
          <a:solidFill>
            <a:srgbClr val="007A8C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20700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InboxWatch</a:t>
            </a:r>
            <a:br/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536192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polls inbox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54680" y="1261872"/>
            <a:ext cx="36576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987552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007A8C"/>
                </a:solidFill>
              </a:defRPr>
            </a:pPr>
            <a:r>
              <a:t>dispatch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097280"/>
            <a:ext cx="1417320" cy="868680"/>
          </a:xfrm>
          <a:prstGeom prst="roundRect">
            <a:avLst/>
          </a:prstGeom>
          <a:solidFill>
            <a:srgbClr val="0B2E4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20700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Flow</a:t>
            </a:r>
            <a:br/>
            <a:r>
              <a:t>Runner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536192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orchestrates</a:t>
            </a:r>
          </a:p>
        </p:txBody>
      </p:sp>
      <p:sp>
        <p:nvSpPr>
          <p:cNvPr id="18" name="Oval 17"/>
          <p:cNvSpPr/>
          <p:nvPr/>
        </p:nvSpPr>
        <p:spPr>
          <a:xfrm>
            <a:off x="182880" y="2148840"/>
            <a:ext cx="8778240" cy="4160520"/>
          </a:xfrm>
          <a:prstGeom prst="ellipse">
            <a:avLst/>
          </a:prstGeom>
          <a:solidFill>
            <a:srgbClr val="F0F6FA"/>
          </a:solidFill>
          <a:ln w="19050">
            <a:solidFill>
              <a:srgbClr val="00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007A8C"/>
                </a:solidFill>
              </a:defRPr>
            </a:pPr>
            <a:r>
              <a:t>pre_voyage_weather workflow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133088" y="1965960"/>
            <a:ext cx="182880" cy="548640"/>
          </a:xfrm>
          <a:prstGeom prst="down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210312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007A8C"/>
                </a:solidFill>
              </a:defRPr>
            </a:pPr>
            <a:r>
              <a:t>ingest step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2514600"/>
            <a:ext cx="1417320" cy="868680"/>
          </a:xfrm>
          <a:prstGeom prst="roundRect">
            <a:avLst/>
          </a:prstGeom>
          <a:solidFill>
            <a:srgbClr val="E8710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262432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PreVoyage</a:t>
            </a:r>
            <a:br/>
            <a:r>
              <a:t>IngestAgent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953512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parse &amp; plan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983480" y="2816352"/>
            <a:ext cx="36576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542032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007A8C"/>
                </a:solidFill>
              </a:defRPr>
            </a:pPr>
            <a:r>
              <a:t>upsert</a:t>
            </a:r>
          </a:p>
        </p:txBody>
      </p:sp>
      <p:sp>
        <p:nvSpPr>
          <p:cNvPr id="27" name="Data 26"/>
          <p:cNvSpPr/>
          <p:nvPr/>
        </p:nvSpPr>
        <p:spPr>
          <a:xfrm>
            <a:off x="5349240" y="2697480"/>
            <a:ext cx="1234440" cy="822960"/>
          </a:xfrm>
          <a:prstGeom prst="flowChartInputOutput">
            <a:avLst/>
          </a:prstGeom>
          <a:solidFill>
            <a:srgbClr val="6A1B9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2953512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Voyage</a:t>
            </a:r>
            <a:br/>
            <a:r>
              <a:t>Registry</a:t>
            </a:r>
          </a:p>
        </p:txBody>
      </p:sp>
      <p:sp>
        <p:nvSpPr>
          <p:cNvPr id="29" name="Document 28"/>
          <p:cNvSpPr/>
          <p:nvPr/>
        </p:nvSpPr>
        <p:spPr>
          <a:xfrm>
            <a:off x="6720840" y="2331720"/>
            <a:ext cx="960120" cy="658368"/>
          </a:xfrm>
          <a:prstGeom prst="flowChartDocument">
            <a:avLst/>
          </a:prstGeom>
          <a:solidFill>
            <a:srgbClr val="334455"/>
          </a:solidFill>
          <a:ln w="190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2404872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route.json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679192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master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583680" y="2542032"/>
            <a:ext cx="13716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2148840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334455"/>
                </a:solidFill>
              </a:defRPr>
            </a:pPr>
            <a:r>
              <a:t>voyage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6118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A1B9A"/>
                </a:solidFill>
              </a:defRPr>
            </a:pPr>
            <a:r>
              <a:t>six_hour_plan</a:t>
            </a:r>
            <a:br/>
            <a:r>
              <a:t>(lat, lon, ETA)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4133088" y="3383280"/>
            <a:ext cx="182880" cy="777240"/>
          </a:xfrm>
          <a:prstGeom prst="down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4256" y="363474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007A8C"/>
                </a:solidFill>
              </a:defRPr>
            </a:pPr>
            <a:r>
              <a:t>weather step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20440" y="4160520"/>
            <a:ext cx="1417320" cy="868680"/>
          </a:xfrm>
          <a:prstGeom prst="roundRect">
            <a:avLst/>
          </a:prstGeom>
          <a:solidFill>
            <a:srgbClr val="1A73E8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40" y="427024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Weather</a:t>
            </a:r>
            <a:br/>
            <a:r>
              <a:t>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4599432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fetch &amp; merge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983480" y="4462272"/>
            <a:ext cx="100584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loud 40"/>
          <p:cNvSpPr/>
          <p:nvPr/>
        </p:nvSpPr>
        <p:spPr>
          <a:xfrm>
            <a:off x="5989320" y="4315968"/>
            <a:ext cx="1280160" cy="685800"/>
          </a:xfrm>
          <a:prstGeom prst="cloud">
            <a:avLst/>
          </a:prstGeom>
          <a:solidFill>
            <a:srgbClr val="1A73E8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4517136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Weather API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4133088" y="5029200"/>
            <a:ext cx="182880" cy="411480"/>
          </a:xfrm>
          <a:prstGeom prst="down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34256" y="509778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007A8C"/>
                </a:solidFill>
              </a:defRPr>
            </a:pPr>
            <a:r>
              <a:t>artifacts</a:t>
            </a:r>
          </a:p>
        </p:txBody>
      </p:sp>
      <p:sp>
        <p:nvSpPr>
          <p:cNvPr id="45" name="Document 44"/>
          <p:cNvSpPr/>
          <p:nvPr/>
        </p:nvSpPr>
        <p:spPr>
          <a:xfrm>
            <a:off x="1828800" y="5440680"/>
            <a:ext cx="960120" cy="658368"/>
          </a:xfrm>
          <a:prstGeom prst="flowChartDocument">
            <a:avLst/>
          </a:prstGeom>
          <a:solidFill>
            <a:srgbClr val="1A73E8"/>
          </a:solidFill>
          <a:ln w="190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5513832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weather.json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788152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track</a:t>
            </a:r>
          </a:p>
        </p:txBody>
      </p:sp>
      <p:sp>
        <p:nvSpPr>
          <p:cNvPr id="48" name="Document 47"/>
          <p:cNvSpPr/>
          <p:nvPr/>
        </p:nvSpPr>
        <p:spPr>
          <a:xfrm>
            <a:off x="3063240" y="5440680"/>
            <a:ext cx="960120" cy="658368"/>
          </a:xfrm>
          <a:prstGeom prst="flowChartDocument">
            <a:avLst/>
          </a:prstGeom>
          <a:solidFill>
            <a:srgbClr val="1E8E3E"/>
          </a:solidFill>
          <a:ln w="190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5513832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weather.txt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40" y="5788152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passage</a:t>
            </a:r>
          </a:p>
        </p:txBody>
      </p:sp>
      <p:sp>
        <p:nvSpPr>
          <p:cNvPr id="51" name="Document 50"/>
          <p:cNvSpPr/>
          <p:nvPr/>
        </p:nvSpPr>
        <p:spPr>
          <a:xfrm>
            <a:off x="4297680" y="5440680"/>
            <a:ext cx="960120" cy="658368"/>
          </a:xfrm>
          <a:prstGeom prst="flowChartDocument">
            <a:avLst/>
          </a:prstGeom>
          <a:solidFill>
            <a:srgbClr val="C5221F"/>
          </a:solidFill>
          <a:ln w="190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5513832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.json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0" y="5788152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bad wx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486400" y="5650992"/>
            <a:ext cx="41148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97880" y="5257800"/>
            <a:ext cx="2651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35040" y="5440680"/>
            <a:ext cx="2377440" cy="868680"/>
          </a:xfrm>
          <a:prstGeom prst="rect">
            <a:avLst/>
          </a:prstGeom>
          <a:solidFill>
            <a:srgbClr val="E8F4F8"/>
          </a:solidFill>
          <a:ln w="19050">
            <a:solidFill>
              <a:srgbClr val="00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72200" y="5989320"/>
            <a:ext cx="73152" cy="73152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37960" y="5806440"/>
            <a:ext cx="73152" cy="73152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903720" y="5943600"/>
            <a:ext cx="73152" cy="73152"/>
          </a:xfrm>
          <a:prstGeom prst="ellipse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69480" y="5715000"/>
            <a:ext cx="73152" cy="73152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635240" y="5897880"/>
            <a:ext cx="73152" cy="73152"/>
          </a:xfrm>
          <a:prstGeom prst="ellipse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97880" y="614476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B2E4A"/>
                </a:solidFill>
              </a:defRPr>
            </a:pPr>
            <a:r>
              <a:t>Route Viewer — weather on map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4160520"/>
            <a:ext cx="1417320" cy="868680"/>
          </a:xfrm>
          <a:prstGeom prst="roundRect">
            <a:avLst/>
          </a:prstGeom>
          <a:solidFill>
            <a:srgbClr val="1A73E8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427024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WeatherReport</a:t>
            </a:r>
            <a:br/>
            <a:r>
              <a:t>Agent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4599432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scheduled re-fetch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1965960" y="4462272"/>
            <a:ext cx="155448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40280" y="4187952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007A8C"/>
                </a:solidFill>
              </a:defRPr>
            </a:pPr>
            <a:r>
              <a:t>polls registry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507492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334455"/>
                </a:solidFill>
              </a:defRPr>
            </a:pPr>
            <a:r>
              <a:t>background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Information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8412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E8F4F8"/>
                </a:solidFill>
              </a:defRPr>
            </a:pPr>
            <a:r>
              <a:t>What each agent reads, transforms, and writes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691640" cy="1417320"/>
          </a:xfrm>
          <a:prstGeom prst="roundRect">
            <a:avLst/>
          </a:prstGeom>
          <a:solidFill>
            <a:srgbClr val="1E8E3E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①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E8F4F8"/>
                </a:solidFill>
              </a:defRPr>
            </a:pPr>
            <a:r>
              <a:t>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27632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vessel · ports</a:t>
            </a:r>
            <a:br/>
            <a:r>
              <a:t>CP speed · waypoints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57400" y="1581912"/>
            <a:ext cx="27432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31720" y="1005840"/>
            <a:ext cx="1691640" cy="1417320"/>
          </a:xfrm>
          <a:prstGeom prst="roundRect">
            <a:avLst/>
          </a:prstGeom>
          <a:solidFill>
            <a:srgbClr val="E8710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097280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② Ingest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371600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E8F4F8"/>
                </a:solidFill>
              </a:defRPr>
            </a:pPr>
            <a: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1627632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creates voyage</a:t>
            </a:r>
            <a:br/>
            <a:r>
              <a:t>in registry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3360" y="1581912"/>
            <a:ext cx="27432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005840"/>
            <a:ext cx="1691640" cy="1417320"/>
          </a:xfrm>
          <a:prstGeom prst="roundRect">
            <a:avLst/>
          </a:prstGeom>
          <a:solidFill>
            <a:srgbClr val="6A1B9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097280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③ 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371600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E8F4F8"/>
                </a:solidFill>
              </a:defRPr>
            </a:pPr>
            <a:r>
              <a:t>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1627632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voyage_number</a:t>
            </a:r>
            <a:br/>
            <a:r>
              <a:t>six_hour_plan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9320" y="1581912"/>
            <a:ext cx="27432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005840"/>
            <a:ext cx="1691640" cy="1417320"/>
          </a:xfrm>
          <a:prstGeom prst="roundRect">
            <a:avLst/>
          </a:prstGeom>
          <a:solidFill>
            <a:srgbClr val="1A73E8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097280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④ Weather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371600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E8F4F8"/>
                </a:solidFill>
              </a:defRPr>
            </a:pPr>
            <a:r>
              <a:t>fetch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627632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wind · wave · swell</a:t>
            </a:r>
            <a:br/>
            <a:r>
              <a:t>per waypoint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2743200"/>
            <a:ext cx="8412480" cy="1965960"/>
          </a:xfrm>
          <a:prstGeom prst="roundRect">
            <a:avLst/>
          </a:prstGeom>
          <a:solidFill>
            <a:srgbClr val="F0F6FA"/>
          </a:solidFill>
          <a:ln w="19050">
            <a:solidFill>
              <a:srgbClr val="00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83464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2E4A"/>
                </a:solidFill>
              </a:defRPr>
            </a:pPr>
            <a:r>
              <a:t>Waypoint generation (inside Ingest Agent)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160520"/>
            <a:ext cx="1097280" cy="36576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1680" y="3840480"/>
            <a:ext cx="1188719" cy="36576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4206240"/>
            <a:ext cx="1188719" cy="36576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794760"/>
            <a:ext cx="1188719" cy="36576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4114800"/>
            <a:ext cx="1097280" cy="36576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3886200"/>
            <a:ext cx="1097280" cy="36576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9536" y="4105656"/>
            <a:ext cx="109728" cy="109728"/>
          </a:xfrm>
          <a:prstGeom prst="ellipse">
            <a:avLst/>
          </a:prstGeom>
          <a:solidFill>
            <a:srgbClr val="E8710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7024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0">
                <a:solidFill>
                  <a:srgbClr val="334455"/>
                </a:solidFill>
              </a:defRPr>
            </a:pPr>
            <a:r>
              <a:t>+0h</a:t>
            </a:r>
          </a:p>
        </p:txBody>
      </p:sp>
      <p:sp>
        <p:nvSpPr>
          <p:cNvPr id="34" name="Oval 33"/>
          <p:cNvSpPr/>
          <p:nvPr/>
        </p:nvSpPr>
        <p:spPr>
          <a:xfrm>
            <a:off x="1956816" y="3785616"/>
            <a:ext cx="109728" cy="109728"/>
          </a:xfrm>
          <a:prstGeom prst="ellipse">
            <a:avLst/>
          </a:prstGeom>
          <a:solidFill>
            <a:srgbClr val="007A8C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5536" y="4151376"/>
            <a:ext cx="109728" cy="109728"/>
          </a:xfrm>
          <a:prstGeom prst="ellipse">
            <a:avLst/>
          </a:prstGeom>
          <a:solidFill>
            <a:srgbClr val="E8710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431596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0">
                <a:solidFill>
                  <a:srgbClr val="334455"/>
                </a:solidFill>
              </a:defRPr>
            </a:pPr>
            <a:r>
              <a:t>+12h</a:t>
            </a:r>
          </a:p>
        </p:txBody>
      </p:sp>
      <p:sp>
        <p:nvSpPr>
          <p:cNvPr id="37" name="Oval 36"/>
          <p:cNvSpPr/>
          <p:nvPr/>
        </p:nvSpPr>
        <p:spPr>
          <a:xfrm>
            <a:off x="4334256" y="3739896"/>
            <a:ext cx="109728" cy="109728"/>
          </a:xfrm>
          <a:prstGeom prst="ellipse">
            <a:avLst/>
          </a:prstGeom>
          <a:solidFill>
            <a:srgbClr val="007A8C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22976" y="4059936"/>
            <a:ext cx="109728" cy="109728"/>
          </a:xfrm>
          <a:prstGeom prst="ellipse">
            <a:avLst/>
          </a:prstGeom>
          <a:solidFill>
            <a:srgbClr val="E8710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59" y="422452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0">
                <a:solidFill>
                  <a:srgbClr val="334455"/>
                </a:solidFill>
              </a:defRPr>
            </a:pPr>
            <a:r>
              <a:t>+24h</a:t>
            </a:r>
          </a:p>
        </p:txBody>
      </p:sp>
      <p:sp>
        <p:nvSpPr>
          <p:cNvPr id="40" name="Oval 39"/>
          <p:cNvSpPr/>
          <p:nvPr/>
        </p:nvSpPr>
        <p:spPr>
          <a:xfrm>
            <a:off x="6620256" y="3831336"/>
            <a:ext cx="109728" cy="109728"/>
          </a:xfrm>
          <a:prstGeom prst="ellipse">
            <a:avLst/>
          </a:prstGeom>
          <a:solidFill>
            <a:srgbClr val="007A8C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17536" y="4105656"/>
            <a:ext cx="109728" cy="109728"/>
          </a:xfrm>
          <a:prstGeom prst="ellipse">
            <a:avLst/>
          </a:prstGeom>
          <a:solidFill>
            <a:srgbClr val="E8710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0" y="4270248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0">
                <a:solidFill>
                  <a:srgbClr val="334455"/>
                </a:solidFill>
              </a:defRPr>
            </a:pPr>
            <a:r>
              <a:t>+36h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43484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334455"/>
                </a:solidFill>
              </a:defRPr>
            </a:pPr>
            <a:r>
              <a:t>master route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43484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007A8C"/>
                </a:solidFill>
              </a:defRPr>
            </a:pPr>
            <a:r>
              <a:t>6h waypoints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926080" y="3136392"/>
            <a:ext cx="210312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0" y="2862072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007A8C"/>
                </a:solidFill>
              </a:defRPr>
            </a:pPr>
            <a:r>
              <a:t>walk at CP speed → six_hour_plan[]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4983480"/>
            <a:ext cx="3840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074920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1A73E8"/>
                </a:solidFill>
              </a:defRPr>
            </a:pPr>
            <a:r>
              <a:t>per waypoint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394960"/>
            <a:ext cx="960120" cy="685800"/>
          </a:xfrm>
          <a:prstGeom prst="round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46811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wind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74243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28 kn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91640" y="5394960"/>
            <a:ext cx="960120" cy="6858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91640" y="546811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wave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91640" y="574243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3.2 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34640" y="5394960"/>
            <a:ext cx="960120" cy="685800"/>
          </a:xfrm>
          <a:prstGeom prst="round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0" y="546811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swell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574243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2.1 m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4251960" y="5605272"/>
            <a:ext cx="36576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0" y="5330952"/>
            <a:ext cx="1005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007A8C"/>
                </a:solidFill>
              </a:defRPr>
            </a:pPr>
            <a:r>
              <a:t>merge</a:t>
            </a:r>
          </a:p>
        </p:txBody>
      </p:sp>
      <p:sp>
        <p:nvSpPr>
          <p:cNvPr id="60" name="Document 59"/>
          <p:cNvSpPr/>
          <p:nvPr/>
        </p:nvSpPr>
        <p:spPr>
          <a:xfrm>
            <a:off x="4617720" y="5349240"/>
            <a:ext cx="960120" cy="658368"/>
          </a:xfrm>
          <a:prstGeom prst="flowChartDocument">
            <a:avLst/>
          </a:prstGeom>
          <a:solidFill>
            <a:srgbClr val="1A73E8"/>
          </a:solidFill>
          <a:ln w="190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17720" y="5422392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weather.json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17720" y="5696712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voyage_track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5623560" y="5605272"/>
            <a:ext cx="36576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989320" y="4983480"/>
            <a:ext cx="27889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0" y="50749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1E8E3E"/>
                </a:solidFill>
              </a:defRPr>
            </a:pPr>
            <a:r>
              <a:t>TXT report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5394960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334455"/>
                </a:solidFill>
              </a:defRPr>
            </a:pPr>
            <a:r>
              <a:t>passage weather table</a:t>
            </a:r>
            <a:br/>
            <a:r>
              <a:t>hard weather flags</a:t>
            </a:r>
            <a:br/>
            <a:r>
              <a:t>operator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Why Agentic?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8412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E8F4F8"/>
                </a:solidFill>
              </a:defRPr>
            </a:pPr>
            <a:r>
              <a:t>Specialists · shared state · autonomous loops</a:t>
            </a:r>
          </a:p>
        </p:txBody>
      </p:sp>
      <p:sp>
        <p:nvSpPr>
          <p:cNvPr id="5" name="Data 4"/>
          <p:cNvSpPr/>
          <p:nvPr/>
        </p:nvSpPr>
        <p:spPr>
          <a:xfrm>
            <a:off x="3749039" y="2331720"/>
            <a:ext cx="1234440" cy="822960"/>
          </a:xfrm>
          <a:prstGeom prst="flowChartInputOutput">
            <a:avLst/>
          </a:prstGeom>
          <a:solidFill>
            <a:srgbClr val="6A1B9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2587752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Voyage</a:t>
            </a:r>
            <a:br/>
            <a:r>
              <a:t>Registry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417320" cy="868680"/>
          </a:xfrm>
          <a:prstGeom prst="roundRect">
            <a:avLst/>
          </a:prstGeom>
          <a:solidFill>
            <a:srgbClr val="007A8C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InboxWatch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73352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watches inbox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0240" y="1563624"/>
            <a:ext cx="1828799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520440"/>
            <a:ext cx="1417320" cy="868680"/>
          </a:xfrm>
          <a:prstGeom prst="roundRect">
            <a:avLst/>
          </a:prstGeom>
          <a:solidFill>
            <a:srgbClr val="1A73E8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3016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WeatherReport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59352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polls due jobs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920240" y="3849624"/>
            <a:ext cx="1828799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1234440"/>
            <a:ext cx="1417320" cy="868680"/>
          </a:xfrm>
          <a:prstGeom prst="roundRect">
            <a:avLst/>
          </a:prstGeom>
          <a:solidFill>
            <a:srgbClr val="E8710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34416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PreVoyage IngestAgent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673352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creates voyage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83480" y="1563624"/>
            <a:ext cx="192024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03720" y="3520440"/>
            <a:ext cx="1417320" cy="868680"/>
          </a:xfrm>
          <a:prstGeom prst="roundRect">
            <a:avLst/>
          </a:prstGeom>
          <a:solidFill>
            <a:srgbClr val="1A73E8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630168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Weather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959352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enriches plan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83480" y="3849624"/>
            <a:ext cx="1920240" cy="219456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4709160"/>
            <a:ext cx="4023360" cy="1417320"/>
          </a:xfrm>
          <a:prstGeom prst="ellipse">
            <a:avLst/>
          </a:prstGeom>
          <a:solidFill>
            <a:srgbClr val="F0F6FA"/>
          </a:solidFill>
          <a:ln w="19050"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507492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B2E4A"/>
                </a:solidFill>
              </a:defRPr>
            </a:pPr>
            <a:r>
              <a:t>run_daemon.py — never stops, agents poll on timers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6355080"/>
            <a:ext cx="320040" cy="201168"/>
          </a:xfrm>
          <a:prstGeom prst="round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63093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334455"/>
                </a:solidFill>
              </a:defRPr>
            </a:pPr>
            <a:r>
              <a:t>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6355080"/>
            <a:ext cx="320040" cy="20116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04288" y="63093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334455"/>
                </a:solidFill>
              </a:defRPr>
            </a:pPr>
            <a:r>
              <a:t>Shared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6355080"/>
            <a:ext cx="320040" cy="201168"/>
          </a:xfrm>
          <a:prstGeom prst="round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5928" y="63093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334455"/>
                </a:solidFill>
              </a:defRPr>
            </a:pPr>
            <a:r>
              <a:t>Artifact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6355080"/>
            <a:ext cx="320040" cy="20116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58968" y="63093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334455"/>
                </a:solidFill>
              </a:defRPr>
            </a:pPr>
            <a:r>
              <a:t>External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007A8C"/>
                </a:solidFill>
              </a:defRPr>
            </a:pPr>
            <a:r>
              <a:t>Flow tag: pre_voyage_weather  →  ingest → weather  →  map + TXT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